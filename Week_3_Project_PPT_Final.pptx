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mesh-1/Carbon-Emission-Prediction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2041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Carbon Emission Prediction</a:t>
            </a:r>
          </a:p>
          <a:p>
            <a:pPr algn="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~Himesh Sharma</a:t>
            </a:r>
          </a:p>
          <a:p>
            <a:pPr algn="r"/>
            <a:r>
              <a:rPr lang="en-IN" dirty="0"/>
              <a:t> </a:t>
            </a:r>
            <a:r>
              <a:rPr lang="en-IN" dirty="0">
                <a:solidFill>
                  <a:schemeClr val="bg1"/>
                </a:solidFill>
              </a:rPr>
              <a:t>STU681a42dcab6171746551516</a:t>
            </a:r>
          </a:p>
          <a:p>
            <a:pPr algn="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https://github.com/Himesh-1/Carbon-Emission-Prediction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CF9940-476B-C5FB-E919-6AC4A3476976}"/>
              </a:ext>
            </a:extLst>
          </p:cNvPr>
          <p:cNvSpPr txBox="1"/>
          <p:nvPr/>
        </p:nvSpPr>
        <p:spPr>
          <a:xfrm>
            <a:off x="279917" y="1556037"/>
            <a:ext cx="71659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Execute a complete data science workflow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, from data preparation to model building.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Clean and prepare data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for analysis, including handling missing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Analyze and visualize data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to uncover key insights and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Build and train a Random Forest model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to predict CO2 emissions.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Apply data science techniques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to a real-world environmental problem.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1E3F5-616B-2B11-0381-28D5CE0FDFA1}"/>
              </a:ext>
            </a:extLst>
          </p:cNvPr>
          <p:cNvSpPr txBox="1"/>
          <p:nvPr/>
        </p:nvSpPr>
        <p:spPr>
          <a:xfrm>
            <a:off x="223935" y="1576873"/>
            <a:ext cx="11747241" cy="4257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Programming Language: Python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The core language used for all data processing, analysis, and modeling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Core Python Libraries: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Pandas: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For loading the data into </a:t>
            </a: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DataFrames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, cleaning it, and performing data manipulation.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Scikit-learn (</a:t>
            </a:r>
            <a:r>
              <a:rPr kumimoji="0" lang="en-US" alt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sklearn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):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For building the machine learning model (Random Forest), splitting the data into training and testing sets, and evaluating the model's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Matplotlib &amp; Seaborn: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For creating the data visualizations, such as the bar charts and correlation heatmaps, to explore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Development Environment: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Jupyter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Notebook: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 The interactive environment used to write and execute the code, visualize the results, and document the entire process step-by-step.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759D9F-6DF6-BB7C-30BF-56632BCC3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356" y="1660282"/>
            <a:ext cx="1103781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Data Preparation:</a:t>
            </a:r>
            <a:r>
              <a:rPr lang="en-US" altLang="en-US" sz="1800" dirty="0">
                <a:latin typeface="Arial" panose="020B0604020202020204" pitchFamily="34" charset="0"/>
              </a:rPr>
              <a:t> Clean and organize raw data, handling missing values and preparing it for analysis.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Data Exploration:</a:t>
            </a:r>
            <a:r>
              <a:rPr lang="en-US" altLang="en-US" sz="1800" dirty="0">
                <a:latin typeface="Arial" panose="020B0604020202020204" pitchFamily="34" charset="0"/>
              </a:rPr>
              <a:t> Analyze cleaned data to understand characteristics, identify patterns (e.g., CO₂ trends, variable relationships), and detect outliers.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Model Building:</a:t>
            </a:r>
            <a:r>
              <a:rPr lang="en-US" altLang="en-US" sz="1800" dirty="0">
                <a:latin typeface="Arial" panose="020B0604020202020204" pitchFamily="34" charset="0"/>
              </a:rPr>
              <a:t> Apply the Random Forest algorithm for predictive analysis, leveraging insights from data exploration regarding nonlinear relationships and country-specific clusters.</a:t>
            </a: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9FE2E-22DC-B41B-71D6-2EF043D9454E}"/>
              </a:ext>
            </a:extLst>
          </p:cNvPr>
          <p:cNvSpPr txBox="1"/>
          <p:nvPr/>
        </p:nvSpPr>
        <p:spPr>
          <a:xfrm>
            <a:off x="255104" y="1609357"/>
            <a:ext cx="11501061" cy="1528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core problem addresses the critical need to </a:t>
            </a:r>
            <a:r>
              <a:rPr lang="en-US" b="1" dirty="0"/>
              <a:t>predict CO₂ emissions</a:t>
            </a:r>
            <a:r>
              <a:rPr lang="en-US" dirty="0"/>
              <a:t> accurately. This involves leveraging </a:t>
            </a:r>
            <a:r>
              <a:rPr lang="en-US" b="1" dirty="0"/>
              <a:t>country-specific data</a:t>
            </a:r>
            <a:r>
              <a:rPr lang="en-US" dirty="0"/>
              <a:t> to understand historical patterns and influencing factors, with the ultimate goal of developing a robust predictive model. Such a model can provide valuable insights for environmental policy-making, sustainable development planning, and assessing the impact of various economic and social activities on global carbon output.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07951E-80A6-CB25-1A0F-9A7072237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04" y="1464828"/>
            <a:ext cx="1154812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Comprehensive Data Processing: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Data Preparation: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This initial stage ensures the raw country-specific data is cleaned, preprocessed, and transformed into a usable format, addressing issues like missing values and inconsistencies. This step is crucial for the reliability of subsequent analyses.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Data Exploration: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Following preparation, thorough exploration of the data is conducted. This involves visualizing trends, identifying relationships between variables (e.g., energy use, population, economic indicators, and CO₂ emissions), and pinpointing country-specific patterns or anomalies. Insights gained here are vital for informing the modeling approach.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Advanced Predictive Modeling: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Model Selection and Implementation: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The core of the solution involves applying a suitable machine learning algorithm. Given the potentially nonlinear relationships and diverse country-specific trends observed during data exploration, the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Random Forest machine learning algorithm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is employed. This algorithm is well-suited for handling complex, non-linear data patterns and provides robust predictive capabilities.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Prediction and Analysis: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The trained Random Forest model is then used to predict CO₂ emissions based on new or future country-specific data. The output of this model provides actionable forecasts and a deeper understanding of the factors driving emission changes, which can then be used to support environmental policies and strategic planning for emission reduction.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6A76F4-7E6E-83B9-EB18-BD75079C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945" y="1731702"/>
            <a:ext cx="5204012" cy="3993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EEB195-08E1-780D-C44A-D85307787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04" y="2037667"/>
            <a:ext cx="2619741" cy="3381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B0806E-A857-FB6C-E8C2-7EEB92844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81" y="1470850"/>
            <a:ext cx="3000794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211CC-52AD-748D-0ECA-0395E2FAE6CC}"/>
              </a:ext>
            </a:extLst>
          </p:cNvPr>
          <p:cNvSpPr txBox="1"/>
          <p:nvPr/>
        </p:nvSpPr>
        <p:spPr>
          <a:xfrm>
            <a:off x="149087" y="1525421"/>
            <a:ext cx="11686594" cy="4976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project demonstrates a robust methodology for </a:t>
            </a:r>
            <a:r>
              <a:rPr lang="en-US" b="1" dirty="0"/>
              <a:t>predictive data analysis of CO₂ emissions</a:t>
            </a:r>
            <a:r>
              <a:rPr lang="en-US" dirty="0"/>
              <a:t>, culminating in the successful application of the </a:t>
            </a:r>
            <a:r>
              <a:rPr lang="en-US" b="1" dirty="0"/>
              <a:t>Random Forest machine learning algorithm</a:t>
            </a:r>
            <a:r>
              <a:rPr lang="en-US" dirty="0"/>
              <a:t>. Through meticulous </a:t>
            </a:r>
            <a:r>
              <a:rPr lang="en-US" b="1" dirty="0"/>
              <a:t>data preparation</a:t>
            </a:r>
            <a:r>
              <a:rPr lang="en-US" dirty="0"/>
              <a:t> and in-depth </a:t>
            </a:r>
            <a:r>
              <a:rPr lang="en-US" b="1" dirty="0"/>
              <a:t>data exploration</a:t>
            </a:r>
            <a:r>
              <a:rPr lang="en-US" dirty="0"/>
              <a:t>, the complexities of country-specific emission trends and influencing factors were understood. The chosen Random Forest model proved effective in handling the nonlinear relationships and diverse patterns observed within the data, providing a reliable tool for forecasting.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Ultimately, the insights derived from this predictive model can significantly contribute to: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Informed Environmental Policy-Making:</a:t>
            </a:r>
            <a:r>
              <a:rPr lang="en-US" dirty="0"/>
              <a:t> Offering data-driven forecasts to guide strategies for emission reduction.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Sustainable Development Planning:</a:t>
            </a:r>
            <a:r>
              <a:rPr lang="en-US" dirty="0"/>
              <a:t> Supporting initiatives aimed at balancing economic growth with environmental responsibility.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Global Climate Understanding:</a:t>
            </a:r>
            <a:r>
              <a:rPr lang="en-US" dirty="0"/>
              <a:t> Enhancing the comprehension of factors that drive CO₂ output worldwide.</a:t>
            </a:r>
          </a:p>
          <a:p>
            <a:pPr>
              <a:buNone/>
            </a:pPr>
            <a:r>
              <a:rPr lang="en-US" dirty="0"/>
              <a:t>The project highlights the power of machine learning in addressing critical environmental challenges, providing a foundational framework for future efforts in climate prediction and mitigation.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97</TotalTime>
  <Words>755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himesh sharma</cp:lastModifiedBy>
  <cp:revision>5</cp:revision>
  <dcterms:created xsi:type="dcterms:W3CDTF">2024-12-31T09:40:01Z</dcterms:created>
  <dcterms:modified xsi:type="dcterms:W3CDTF">2025-07-09T14:45:04Z</dcterms:modified>
</cp:coreProperties>
</file>